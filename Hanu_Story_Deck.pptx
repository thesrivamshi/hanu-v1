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8229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i="1" dirty="0">
                <a:solidFill>
                  <a:srgbClr val="FAF3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Hanu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86868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46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me. I’ll remember.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4846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operating system for memory, promises, and follow-through.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8521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852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🌪️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is full. Things slip.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blur. Mom’s birthday creeps up. The follow-up you meant to send sits unsent for weeks. You can’t hold it all in your head — and the apps you tried turned into another chore.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Family. Work. Health. Friends. People you care about.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scattered.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app, calendar, WhatsApp, sticky on the fridge.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disappointing.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broken without meaning to. Loops left open.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Hanu. Hanu remembers.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patient, private assistant who listens, captures what matters, reminds you at the right moment, and follows up until the thing is honestly done — or honestly let go.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your word.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tied to people. Followed through.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Won’t drop the ball.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that confirm, follow up, and adapt.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🌿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by default.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when it counts. Gentle when you’re tired.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TALK TO HANU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message. Like a friend.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buttons. No forms. No new app to learn. Open WhatsApp, tell Hanu what’s on your mind in your own words. Hanu does the sorting, the saving, the scheduling — quietly, behind the scenes.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🗣️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on the move. Hanu understands voice notes.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🧺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Brain-dump anything.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“Razorpay, call Aman, mom’s birthday.” Hanu sorts it.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in control.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Hanu always asks before saving anything personal.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Hanu remembers what you tell it.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Preferences, routines, dates, decisions, people, boundaries. Anything you’d rather not have to repeat — Hanu holds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prefer concise replies, no fluff.”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journal at 22:30 with chamomile tea.”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that matter.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“Mom’s birthday is May 16. She loves white lilies.”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promise has a person.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Hanu treats a promise differently from a reminder. There’s a person attached. There’s a record. Hanu helps you keep it — and is honest with you when one slips.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people.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promise knows who you made it to.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record.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log of kept and broken. No shame, just clarity.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🕰️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Hanu nudges before the due date. Not after.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Reminders that follow through.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reminders fire once and forget. Hanu pings — if you don’t act, Hanu asks why, and helps you do the smallest version instead of skipping entirely.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Confirms, then waits.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you do it?” “Not yet — try the 10-min version?”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🤲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gently.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one? Hanu suggests a smaller next step.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your hours.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by default after bedtime. Loud only for non-negotiables.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 with daily action — and honest recovery.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commit to something that matters. Hanu tracks the streak, names the misses without judgement, and helps you start again tomorrow.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action.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thing every day. Showing up is the win.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honest.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numbers, not gamified vanity.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restart.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 isn’t a failure. It’s a smaller action tomorrow.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👨‍👩‍👧‍👦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Hanu knows your circle.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Family, partner, co-founder, friend, doctor. Each person has their own relationship to Hanu — their own tone, their own permissions, their own boundaries.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🎚️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tone per person.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with mom. Crisp with co-founder. Gentle with dad.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🚪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access.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can ask Hanu about you. Most cannot.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boundary.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hours, sensitive topics, escalation rules — all honoured.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stays private.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Hanu treats your memory the way a careful friend would. Some things are yours alone. Hanu never opens that vault to anyone else without asking you first.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privacy levels.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ask-first, shared with person, shared in a space, or never.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by default.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finance, journal, family conflict — always asks.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🪪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audit.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Hanu remembers. Edit, archive, or forget anything.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🏡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SPACE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family. One shared space.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things live in a shared space — appointments, routines, important dates. Private things stay private to each person. Mom’s journal stays with mom. Your goals stay with you.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routines.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Father’s medication, twice daily — owned by mom, backed up by you.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appointments.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Mehta on Friday. Mom’s birthday. Diwali travel.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🧑‍🤝‍🧑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Co-management.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you can run the family together. Hanu prevents conflicts.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ASKS HANU ABOUT YOU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Hanu asks you first.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messages Hanu: “Is Vamshi free Sunday?” Hanu doesn’t open your calendar. Hanu pings you. You decide what Hanu says — or whether Hanu replies at all.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cross-person ask lands here, waiting on you.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your way.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limited answer, defer, or refuse — your call.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rules later.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“Always allow mom to ask about evenings.” Saved as a permanent rule.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LIFE, ON ONE SCREEN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Hanu anywhere.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laptop, anything with a browser. See today’s anchor, your goals, what Hanu remembers, who’s waiting on you, the open loops.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that has to happen. Plus what’s waiting.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vault.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Hanu remembers, organised by kind and privacy.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loops.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unfinished. Owned, aged, postponed-honestly.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2062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30352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SYNC, INSTANTLY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Hanu. Watch it appear.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303520" y="3383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Hanu something on WhatsApp. Open your dashboard. It’s already there. Edit a memory on the dashboard — Hanu picks up the change. Two doors, one home.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4480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2160" y="44805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both ways.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→ dashboard. Dashboard → WhatsApp.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5120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52160" y="51206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sync.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refresh, no waiting, no “did it save?”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5760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🧘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5760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by design.  </a:t>
            </a:r>
            <a:pPr indent="0" marL="0">
              <a:buNone/>
            </a:pPr>
            <a:r>
              <a:rPr lang="en-US" sz="14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truth. No fragmenting your brain across apps.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36576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Hanu is alive.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you can open WhatsApp, message Hanu, and see your life take shape on your dashboard in real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60120" y="4709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Hanu listens on WhatsApp.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5440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to your phone. Replies in your tone. Captures what matters.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365760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92040" y="4709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Hanu remembers across devices.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92040" y="5440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tell Hanu is held in one safe place — yours alone.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3657600"/>
            <a:ext cx="3566160" cy="2560320"/>
          </a:xfrm>
          <a:prstGeom prst="roundRect">
            <a:avLst>
              <a:gd name="adj" fmla="val 10714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3931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823960" y="47091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2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dashboard is live.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23960" y="5440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people, promises, loops, decisions — see them as they arrive.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5486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AF3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Hanu grows with you.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2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makes Hanu better. The more you tell, the more Hanu can hold for you.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👨‍👩‍👧‍👦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384048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joins.  </a:t>
            </a:r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Mom, dad, partner — each with their own Hanu, sharing only what matters.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6634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46634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 that stick.  </a:t>
            </a:r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on the move. Hanu captures, organises, and asks before saving anything sensitive.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🌿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54864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Quieter, smarter recall.  </a:t>
            </a:r>
            <a:pPr indent="0" marL="0">
              <a:buNone/>
            </a:pPr>
            <a:r>
              <a:rPr lang="en-US" sz="1400" dirty="0">
                <a:solidFill>
                  <a:srgbClr val="F2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Hanu surfaces what you actually need — not everything at once.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309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6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me. I’ll remember.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07040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Hanu — Your Personal Operating System</dc:title>
  <dc:subject>PptxGenJS Presentation</dc:subject>
  <dc:creator>Vamshi Battini</dc:creator>
  <cp:lastModifiedBy>Vamshi Battini</cp:lastModifiedBy>
  <cp:revision>1</cp:revision>
  <dcterms:created xsi:type="dcterms:W3CDTF">2026-05-13T00:29:30Z</dcterms:created>
  <dcterms:modified xsi:type="dcterms:W3CDTF">2026-05-13T00:29:30Z</dcterms:modified>
</cp:coreProperties>
</file>